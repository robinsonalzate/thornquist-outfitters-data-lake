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THORNQUIST OUTFITTERS</a:t>
            </a:r>
          </a:p>
          <a:p>
            <a:r>
              <a:t>AWS S3 Data Lake &amp; Data Ingestion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Individual Contribution Report</a:t>
            </a:r>
          </a:p>
          <a:p>
            <a:r>
              <a:t>Prepared by: Ammar Al-Naqeeb</a:t>
            </a:r>
          </a:p>
          <a:p>
            <a:r>
              <a:t>Date: October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Thornquist Outfitters – AWS Midterm Project</a:t>
            </a:r>
          </a:p>
          <a:p>
            <a:r>
              <a:t>Scope: S3 raw and landing zones, Lambda-based ingestion,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Landing Zone</a:t>
            </a:r>
          </a:p>
        </p:txBody>
      </p:sp>
      <p:pic>
        <p:nvPicPr>
          <p:cNvPr id="3" name="Picture 2" descr="single_d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13" y="1371600"/>
            <a:ext cx="655897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1: POS CSV Manual Ingestion to S3 Landing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 Structure</a:t>
            </a:r>
          </a:p>
        </p:txBody>
      </p:sp>
      <p:pic>
        <p:nvPicPr>
          <p:cNvPr id="3" name="Picture 2" descr="single_d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2: Amazon S3 Data Lake Structure - Amazon S3 bucket showing the organized data lake zones used to store and process the Thornquist Outfitters project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E-Commerce Data</a:t>
            </a:r>
          </a:p>
        </p:txBody>
      </p:sp>
      <p:pic>
        <p:nvPicPr>
          <p:cNvPr id="3" name="Picture 2" descr="single_d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25" y="1371600"/>
            <a:ext cx="729355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3: Raw E-Commerce Data in Amazon S3 - Raw e-commerce JSON data stored in the Amazon S3 Raw zone before ingestion and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Zone Structure</a:t>
            </a:r>
          </a:p>
        </p:txBody>
      </p:sp>
      <p:pic>
        <p:nvPicPr>
          <p:cNvPr id="3" name="Picture 2" descr="single_d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4: Raw Data Zone Structure - Amazon S3 Raw zone organized into separate folders for e-commerce, legacy customer, and POS source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Data Ingestion</a:t>
            </a:r>
          </a:p>
        </p:txBody>
      </p:sp>
      <p:pic>
        <p:nvPicPr>
          <p:cNvPr id="3" name="Picture 2" descr="single_d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39" y="1371600"/>
            <a:ext cx="731732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5: E-commerce Data Ingestion - Lambda successfully ingested and transformed the e-commerce JSON data into the S3 landing zone.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Trigger Config</a:t>
            </a:r>
          </a:p>
        </p:txBody>
      </p:sp>
      <p:pic>
        <p:nvPicPr>
          <p:cNvPr id="3" name="Picture 2" descr="single_d1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6: S3 Trigger Successfully Added to thornquist-customers-ingestion Lambda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Customer Copy</a:t>
            </a:r>
          </a:p>
        </p:txBody>
      </p:sp>
      <p:pic>
        <p:nvPicPr>
          <p:cNvPr id="3" name="Picture 2" descr="single_d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7: Legacy Customer File Copy Successful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Customer in Raw</a:t>
            </a:r>
          </a:p>
        </p:txBody>
      </p:sp>
      <p:pic>
        <p:nvPicPr>
          <p:cNvPr id="3" name="Picture 2" descr="single_d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8: Legacy Customer File in Raw S3 Zone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Processing Trigger</a:t>
            </a:r>
          </a:p>
        </p:txBody>
      </p:sp>
      <p:pic>
        <p:nvPicPr>
          <p:cNvPr id="3" name="Picture 2" descr="single_d1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9: Customer File Triggered for Lambda 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Data Ingested</a:t>
            </a:r>
          </a:p>
        </p:txBody>
      </p:sp>
      <p:pic>
        <p:nvPicPr>
          <p:cNvPr id="3" name="Picture 2" descr="single_d1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39" y="1371600"/>
            <a:ext cx="731732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10: Customer Data Successfully Ingested into Landing Zone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CloudWatch Verification</a:t>
            </a:r>
          </a:p>
        </p:txBody>
      </p:sp>
      <p:pic>
        <p:nvPicPr>
          <p:cNvPr id="3" name="Picture 2" descr="single_d1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1" y="1371600"/>
            <a:ext cx="729441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11: Customer Data Ingestion Verification - CloudWatch logs confirming successful automatic ingestion of legacy customer data from the S3 Raw zone into the Landing zone using AWS Lambda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 Data Ingestion</a:t>
            </a:r>
          </a:p>
        </p:txBody>
      </p:sp>
      <p:pic>
        <p:nvPicPr>
          <p:cNvPr id="3" name="Picture 2" descr="single_d1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39" y="1371600"/>
            <a:ext cx="731732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12: Successful POS Data Ingestion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 Lambda CloudWatch</a:t>
            </a:r>
          </a:p>
        </p:txBody>
      </p:sp>
      <p:pic>
        <p:nvPicPr>
          <p:cNvPr id="3" name="Picture 2" descr="single_d1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13: POS Lambda Execution Verified in CloudWatch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Landing Verification</a:t>
            </a:r>
          </a:p>
        </p:txBody>
      </p:sp>
      <p:pic>
        <p:nvPicPr>
          <p:cNvPr id="3" name="Picture 2" descr="single_d1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57" y="1371600"/>
            <a:ext cx="730968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14: E-commerce JSON Successfully Ingested into S3 Landing Zone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Glue Database</a:t>
            </a:r>
          </a:p>
        </p:txBody>
      </p:sp>
      <p:pic>
        <p:nvPicPr>
          <p:cNvPr id="3" name="Picture 2" descr="single_d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42634" y="1371600"/>
            <a:ext cx="1682926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15: Create the database using AWS Glue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Glue Crawler</a:t>
            </a:r>
          </a:p>
        </p:txBody>
      </p:sp>
      <p:pic>
        <p:nvPicPr>
          <p:cNvPr id="3" name="Picture 2" descr="single_d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9094" y="1371600"/>
            <a:ext cx="11502189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16: Create crawler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and Inspect Tables</a:t>
            </a:r>
          </a:p>
        </p:txBody>
      </p:sp>
      <p:pic>
        <p:nvPicPr>
          <p:cNvPr id="3" name="Picture 2" descr="single_d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5871" y="1371600"/>
            <a:ext cx="11395743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17: Run and Inspect Tables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Athena Querying</a:t>
            </a:r>
          </a:p>
        </p:txBody>
      </p:sp>
      <p:pic>
        <p:nvPicPr>
          <p:cNvPr id="3" name="Picture 2" descr="single_d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82" y="1371600"/>
            <a:ext cx="881543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18: Query the Data on Amazon Athena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Glue Studio ETL Pipeline</a:t>
            </a:r>
          </a:p>
        </p:txBody>
      </p:sp>
      <p:pic>
        <p:nvPicPr>
          <p:cNvPr id="3" name="Picture 2" descr="single_d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" y="1371600"/>
            <a:ext cx="904398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19: ETL Pipeline setup in Glue Studio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Transformations</a:t>
            </a:r>
          </a:p>
        </p:txBody>
      </p:sp>
      <p:pic>
        <p:nvPicPr>
          <p:cNvPr id="3" name="Picture 2" descr="single_d2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4" y="1371600"/>
            <a:ext cx="797449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20: Applying transformations (Flatten, Schema Change, Union)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Target and Format</a:t>
            </a:r>
          </a:p>
        </p:txBody>
      </p:sp>
      <p:pic>
        <p:nvPicPr>
          <p:cNvPr id="3" name="Picture 2" descr="single_d2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893" y="1371600"/>
            <a:ext cx="9567787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21: Configuring S3 Target and Data Format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Athena Querying after ETL</a:t>
            </a:r>
          </a:p>
        </p:txBody>
      </p:sp>
      <p:pic>
        <p:nvPicPr>
          <p:cNvPr id="3" name="Picture 2" descr="single_d2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519" y="1371600"/>
            <a:ext cx="97450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22: Athena Data Querying after ETL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Verification</a:t>
            </a:r>
          </a:p>
        </p:txBody>
      </p:sp>
      <p:pic>
        <p:nvPicPr>
          <p:cNvPr id="3" name="Picture 2" descr="single_d2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425" y="1371600"/>
            <a:ext cx="939685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23: Data Quality Verification Queries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Data Preview</a:t>
            </a:r>
          </a:p>
        </p:txBody>
      </p:sp>
      <p:pic>
        <p:nvPicPr>
          <p:cNvPr id="3" name="Picture 2" descr="single_d2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9922" y="1371600"/>
            <a:ext cx="1068384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24: View Data Preview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Dashboard</a:t>
            </a:r>
          </a:p>
        </p:txBody>
      </p:sp>
      <p:pic>
        <p:nvPicPr>
          <p:cNvPr id="3" name="Picture 2" descr="single_d2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655" y="1371600"/>
            <a:ext cx="953931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25: Final Analytical Dashboard/View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