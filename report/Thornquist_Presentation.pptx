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THORNQUIST OUTFITTERS</a:t>
            </a:r>
          </a:p>
          <a:p>
            <a:r>
              <a:rPr dirty="0"/>
              <a:t>AWS S3 Data Lake &amp; Data Ingestion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Report</a:t>
            </a:r>
          </a:p>
          <a:p>
            <a:r>
              <a:rPr dirty="0"/>
              <a:t>Prepared by: Ammar</a:t>
            </a:r>
            <a:r>
              <a:rPr lang="en-CA" dirty="0"/>
              <a:t>, Robinson, Alex</a:t>
            </a:r>
          </a:p>
          <a:p>
            <a:r>
              <a:rPr dirty="0"/>
              <a:t>Date: October </a:t>
            </a:r>
            <a:r>
              <a:rPr lang="en-CA" dirty="0"/>
              <a:t>23</a:t>
            </a:r>
            <a:r>
              <a:rPr dirty="0"/>
              <a:t>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 &amp;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Project: Thornquist Outfitters – AWS Midterm Project</a:t>
            </a:r>
          </a:p>
          <a:p>
            <a:r>
              <a:t>Scope: S3 raw and landing zones, Lambda-based ingestion, and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S3 Landing Zone</a:t>
            </a:r>
          </a:p>
        </p:txBody>
      </p:sp>
      <p:pic>
        <p:nvPicPr>
          <p:cNvPr id="3" name="Picture 2" descr="single_d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513" y="1371600"/>
            <a:ext cx="6558974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1: POS CSV Manual Ingestion to S3 Landing Zone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Lake Structure</a:t>
            </a:r>
          </a:p>
        </p:txBody>
      </p:sp>
      <p:pic>
        <p:nvPicPr>
          <p:cNvPr id="3" name="Picture 2" descr="single_d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31" y="1371600"/>
            <a:ext cx="732113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2: Amazon S3 Data Lake Structure - Amazon S3 bucket showing the organized data lake zones used to store and process the Thornquist Outfitters project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E-Commerce Data</a:t>
            </a:r>
          </a:p>
        </p:txBody>
      </p:sp>
      <p:pic>
        <p:nvPicPr>
          <p:cNvPr id="3" name="Picture 2" descr="single_d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225" y="1371600"/>
            <a:ext cx="729355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3: Raw E-Commerce Data in Amazon S3 - Raw e-commerce JSON data stored in the Amazon S3 Raw zone before ingestion and processing.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Data Zone Structure</a:t>
            </a:r>
          </a:p>
        </p:txBody>
      </p:sp>
      <p:pic>
        <p:nvPicPr>
          <p:cNvPr id="3" name="Picture 2" descr="single_d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31" y="1371600"/>
            <a:ext cx="732113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4: Raw Data Zone Structure - Amazon S3 Raw zone organized into separate folders for e-commerce, legacy customer, and POS source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E-commerce Data Ingestion</a:t>
            </a:r>
          </a:p>
        </p:txBody>
      </p:sp>
      <p:pic>
        <p:nvPicPr>
          <p:cNvPr id="3" name="Picture 2" descr="single_d1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339" y="1371600"/>
            <a:ext cx="7317321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5: E-commerce Data Ingestion - Lambda successfully ingested and transformed the e-commerce JSON data into the S3 landing zone.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S3 Trigger Config</a:t>
            </a:r>
          </a:p>
        </p:txBody>
      </p:sp>
      <p:pic>
        <p:nvPicPr>
          <p:cNvPr id="3" name="Picture 2" descr="single_d1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31" y="1371600"/>
            <a:ext cx="732113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6: S3 Trigger Successfully Added to thornquist-customers-ingestion Lambda Function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Legacy Customer Copy</a:t>
            </a:r>
          </a:p>
        </p:txBody>
      </p:sp>
      <p:pic>
        <p:nvPicPr>
          <p:cNvPr id="3" name="Picture 2" descr="single_d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31" y="1371600"/>
            <a:ext cx="732113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7: Legacy Customer File Copy Successful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Legacy Customer in Raw</a:t>
            </a:r>
          </a:p>
        </p:txBody>
      </p:sp>
      <p:pic>
        <p:nvPicPr>
          <p:cNvPr id="3" name="Picture 2" descr="single_d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31" y="1371600"/>
            <a:ext cx="732113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8: Legacy Customer File in Raw S3 Zone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Lambda Processing Trigger</a:t>
            </a:r>
          </a:p>
        </p:txBody>
      </p:sp>
      <p:pic>
        <p:nvPicPr>
          <p:cNvPr id="3" name="Picture 2" descr="single_d1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31" y="1371600"/>
            <a:ext cx="732113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9: Customer File Triggered for Lambda Processing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Data Ingested</a:t>
            </a:r>
          </a:p>
        </p:txBody>
      </p:sp>
      <p:pic>
        <p:nvPicPr>
          <p:cNvPr id="3" name="Picture 2" descr="single_d1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339" y="1371600"/>
            <a:ext cx="7317321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10: Customer Data Successfully Ingested into Landing Zone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CloudWatch Verification</a:t>
            </a:r>
          </a:p>
        </p:txBody>
      </p:sp>
      <p:pic>
        <p:nvPicPr>
          <p:cNvPr id="3" name="Picture 2" descr="single_d1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91" y="1371600"/>
            <a:ext cx="729441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11: Customer Data Ingestion Verification - CloudWatch logs confirming successful automatic ingestion of legacy customer data from the S3 Raw zone into the Landing zone using AWS Lambda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 Data Ingestion</a:t>
            </a:r>
          </a:p>
        </p:txBody>
      </p:sp>
      <p:pic>
        <p:nvPicPr>
          <p:cNvPr id="3" name="Picture 2" descr="single_d1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339" y="1371600"/>
            <a:ext cx="7317321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12: Successful POS Data Ingestion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 Lambda CloudWatch</a:t>
            </a:r>
          </a:p>
        </p:txBody>
      </p:sp>
      <p:pic>
        <p:nvPicPr>
          <p:cNvPr id="3" name="Picture 2" descr="single_d1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31" y="1371600"/>
            <a:ext cx="732113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13: POS Lambda Execution Verified in CloudWatch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E-commerce Landing Verification</a:t>
            </a:r>
          </a:p>
        </p:txBody>
      </p:sp>
      <p:pic>
        <p:nvPicPr>
          <p:cNvPr id="3" name="Picture 2" descr="single_d1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57" y="1371600"/>
            <a:ext cx="7309686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14: E-commerce JSON Successfully Ingested into S3 Landing Zone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Glue Database</a:t>
            </a:r>
          </a:p>
        </p:txBody>
      </p:sp>
      <p:pic>
        <p:nvPicPr>
          <p:cNvPr id="3" name="Picture 2" descr="single_d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83" y="1912708"/>
            <a:ext cx="8931617" cy="21838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15: Create the database using AWS Glue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Glue Crawler</a:t>
            </a:r>
          </a:p>
        </p:txBody>
      </p:sp>
      <p:pic>
        <p:nvPicPr>
          <p:cNvPr id="3" name="Picture 2" descr="single_d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196" y="1551074"/>
            <a:ext cx="9262391" cy="3313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rPr dirty="0"/>
              <a:t>Figure 16: Create crawler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and Inspect Tables</a:t>
            </a:r>
          </a:p>
        </p:txBody>
      </p:sp>
      <p:pic>
        <p:nvPicPr>
          <p:cNvPr id="3" name="Picture 2" descr="single_d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1" y="1737702"/>
            <a:ext cx="9064998" cy="3273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17: Run and Inspect Tables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Athena Querying</a:t>
            </a:r>
          </a:p>
        </p:txBody>
      </p:sp>
      <p:pic>
        <p:nvPicPr>
          <p:cNvPr id="3" name="Picture 2" descr="single_d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82" y="1371600"/>
            <a:ext cx="8815436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18: Query the Data on Amazon Athena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Glue Studio ETL Pipeline</a:t>
            </a:r>
          </a:p>
        </p:txBody>
      </p:sp>
      <p:pic>
        <p:nvPicPr>
          <p:cNvPr id="3" name="Picture 2" descr="single_d2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" y="1371600"/>
            <a:ext cx="904398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19: ETL Pipeline setup in Glue Studio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Applying Transformations</a:t>
            </a:r>
          </a:p>
        </p:txBody>
      </p:sp>
      <p:pic>
        <p:nvPicPr>
          <p:cNvPr id="3" name="Picture 2" descr="single_d2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4" y="1371600"/>
            <a:ext cx="7974492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20: Applying transformations (Flatten, Schema Change, Union)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S3 Target and Format</a:t>
            </a:r>
          </a:p>
        </p:txBody>
      </p:sp>
      <p:pic>
        <p:nvPicPr>
          <p:cNvPr id="3" name="Picture 2" descr="single_d2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2" y="1499616"/>
            <a:ext cx="9036244" cy="388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21: Configuring S3 Target and Data Format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Athena Querying after ETL</a:t>
            </a:r>
          </a:p>
        </p:txBody>
      </p:sp>
      <p:pic>
        <p:nvPicPr>
          <p:cNvPr id="3" name="Picture 2" descr="single_d2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98493"/>
            <a:ext cx="9119687" cy="3850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22: Athena Data Querying after ETL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 Verification</a:t>
            </a:r>
          </a:p>
        </p:txBody>
      </p:sp>
      <p:pic>
        <p:nvPicPr>
          <p:cNvPr id="3" name="Picture 2" descr="single_d2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289" y="1417638"/>
            <a:ext cx="9291714" cy="40687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23: Data Quality Verification Queries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View Data Preview</a:t>
            </a:r>
          </a:p>
        </p:txBody>
      </p:sp>
      <p:pic>
        <p:nvPicPr>
          <p:cNvPr id="3" name="Picture 2" descr="single_d2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8129"/>
            <a:ext cx="9177927" cy="3534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24: View Data Preview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Analytical Dashboard</a:t>
            </a:r>
          </a:p>
        </p:txBody>
      </p:sp>
      <p:pic>
        <p:nvPicPr>
          <p:cNvPr id="3" name="Picture 2" descr="single_d2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7655" y="1371600"/>
            <a:ext cx="9539311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Figure 25: Final Analytical Dashboard/View Results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438</Words>
  <Application>Microsoft Office PowerPoint</Application>
  <PresentationFormat>On-screen Show (4:3)</PresentationFormat>
  <Paragraphs>58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THORNQUIST OUTFITTERS AWS S3 Data Lake &amp; Data Ingestion</vt:lpstr>
      <vt:lpstr>Project Overview &amp; Scope</vt:lpstr>
      <vt:lpstr>S3 Landing Zone</vt:lpstr>
      <vt:lpstr>Data Lake Structure</vt:lpstr>
      <vt:lpstr>Raw E-Commerce Data</vt:lpstr>
      <vt:lpstr>Raw Data Zone Structure</vt:lpstr>
      <vt:lpstr>E-commerce Data Ingestion</vt:lpstr>
      <vt:lpstr>S3 Trigger Config</vt:lpstr>
      <vt:lpstr>Legacy Customer Copy</vt:lpstr>
      <vt:lpstr>Legacy Customer in Raw</vt:lpstr>
      <vt:lpstr>Lambda Processing Trigger</vt:lpstr>
      <vt:lpstr>Customer Data Ingested</vt:lpstr>
      <vt:lpstr>CloudWatch Verification</vt:lpstr>
      <vt:lpstr>POS Data Ingestion</vt:lpstr>
      <vt:lpstr>POS Lambda CloudWatch</vt:lpstr>
      <vt:lpstr>E-commerce Landing Verification</vt:lpstr>
      <vt:lpstr>AWS Glue Database</vt:lpstr>
      <vt:lpstr>AWS Glue Crawler</vt:lpstr>
      <vt:lpstr>Run and Inspect Tables</vt:lpstr>
      <vt:lpstr>Amazon Athena Querying</vt:lpstr>
      <vt:lpstr>Glue Studio ETL Pipeline</vt:lpstr>
      <vt:lpstr>Applying Transformations</vt:lpstr>
      <vt:lpstr>S3 Target and Format</vt:lpstr>
      <vt:lpstr>Athena Querying after ETL</vt:lpstr>
      <vt:lpstr>Data Quality Verification</vt:lpstr>
      <vt:lpstr>View Data Preview</vt:lpstr>
      <vt:lpstr>Analytical Dashboard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 Orsulak</cp:lastModifiedBy>
  <cp:revision>3</cp:revision>
  <dcterms:created xsi:type="dcterms:W3CDTF">2013-01-27T09:14:16Z</dcterms:created>
  <dcterms:modified xsi:type="dcterms:W3CDTF">2026-10-23T03:48:50Z</dcterms:modified>
  <cp:category/>
</cp:coreProperties>
</file>